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 Dropout Predictor</a:t>
            </a:r>
          </a:p>
          <a:p>
            <a:pPr algn="ctr">
              <a:defRPr sz="2000">
                <a:solidFill>
                  <a:srgbClr val="C7D2FE"/>
                </a:solidFill>
              </a:defRPr>
            </a:pPr>
            <a:r>
              <a:t>Offline-First Student Risk Analytics · v0.1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20–40% undergraduate dropout rates globally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Manual spreadsheet reviews don't scale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Counselors need early warnings + actionable guidance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Student data must stay on-premises (privacy / compliance)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Predict dropout risk: Low · Medium · High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Explain WHY with SHAP / XAI narratives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Generate counseling plans via local LLM (Ollama)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Modern web UI for Admin · Faculty · Student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100% offline — no cloud API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React 18 SPA (Vite + TypeScript + Tailwind)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FastAPI backend (Python 3.11 + SQLAlchemy)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scikit-learn / XGBoost ML pipeline + SHAP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Ollama local LLM (phi3 default)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SQLite default · Postgres-ready · Docker profiles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11 engineered features (attendance, marks, backlogs, engagement…)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Models: LogReg · RandomForest · GBM · XGBoost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Best model selected by macro-F1 → model.joblib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Auto-trains on first prediction if artifact missing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Every prediction includes confidence + top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Multi-format upload (CSV / Excel / PDF / DOCX) + fuzzy mapping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Batch predictions with ExplainabilityPanel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Analytics dashboards (Recharts) + PDF/Excel reports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Visual Assistant with tables, charts, stat cards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JWT auth · RBAC · audit log · rate limits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Highlight: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Same code path at training AND inference (no drift)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engagement_score = 0.6·attendance + 0.3·extracurricular + 0.1·behavior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Rule labels: high if attendance&lt;60 OR backlogs≥3 OR internal&lt;40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See: backend/app/ml/features.py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bcrypt passwords · JWT access + refresh tokens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Role-based access (admin / faculty / student)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Upload validation: extension + MIME + 10 MB cap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All LLM traffic → localhost Ollama only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Audit log on every sensitive 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1. .\scripts\start_all.ps1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2. Login: admin@example.com / Admin@123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3. Upload students → Run predictions → View XAI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4. Generate recommendation · Ask Assistant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5. http://localhost:5173 · API docs :8000/docs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Scope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IoT attendance · ERP integration · Mobile app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What-if simulator · Continuous learning loop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Multi-tenant SaaS with SSO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GitHub: ai-dropout-predictor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